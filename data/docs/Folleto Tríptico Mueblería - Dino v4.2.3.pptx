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0693400" cy="7556500"/>
  <p:notesSz cx="6858000" cy="9144000"/>
  <p:embeddedFontLst>
    <p:embeddedFont>
      <p:font typeface="Montserrat Bold" charset="1" panose="00000800000000000000"/>
      <p:regular r:id="rId10"/>
    </p:embeddedFont>
    <p:embeddedFont>
      <p:font typeface="Montserrat" charset="1" panose="00000500000000000000"/>
      <p:regular r:id="rId11"/>
    </p:embeddedFont>
    <p:embeddedFont>
      <p:font typeface="Montserrat Medium" charset="1" panose="000006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5.png" Type="http://schemas.openxmlformats.org/officeDocument/2006/relationships/image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.jpeg" Type="http://schemas.openxmlformats.org/officeDocument/2006/relationships/image"/><Relationship Id="rId5" Target="../media/image13.png" Type="http://schemas.openxmlformats.org/officeDocument/2006/relationships/image"/><Relationship Id="rId6" Target="../media/image4.png" Type="http://schemas.openxmlformats.org/officeDocument/2006/relationships/image"/><Relationship Id="rId7" Target="../media/image14.png" Type="http://schemas.openxmlformats.org/officeDocument/2006/relationships/image"/><Relationship Id="rId8" Target="../media/image3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7.png" Type="http://schemas.openxmlformats.org/officeDocument/2006/relationships/image"/><Relationship Id="rId12" Target="../media/image5.png" Type="http://schemas.openxmlformats.org/officeDocument/2006/relationships/image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1.jpeg" Type="http://schemas.openxmlformats.org/officeDocument/2006/relationships/image"/><Relationship Id="rId5" Target="../media/image13.png" Type="http://schemas.openxmlformats.org/officeDocument/2006/relationships/image"/><Relationship Id="rId6" Target="../media/image4.png" Type="http://schemas.openxmlformats.org/officeDocument/2006/relationships/image"/><Relationship Id="rId7" Target="../media/image14.png" Type="http://schemas.openxmlformats.org/officeDocument/2006/relationships/image"/><Relationship Id="rId8" Target="../media/image3.png" Type="http://schemas.openxmlformats.org/officeDocument/2006/relationships/image"/><Relationship Id="rId9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7999" y="-135584"/>
            <a:ext cx="3733350" cy="7831168"/>
            <a:chOff x="0" y="0"/>
            <a:chExt cx="4977800" cy="1044155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7962" t="0" r="37962" b="0"/>
            <a:stretch>
              <a:fillRect/>
            </a:stretch>
          </p:blipFill>
          <p:spPr>
            <a:xfrm flipH="false" flipV="false">
              <a:off x="0" y="0"/>
              <a:ext cx="4977800" cy="10441557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7584469" y="-198563"/>
            <a:ext cx="2657435" cy="2188498"/>
            <a:chOff x="0" y="0"/>
            <a:chExt cx="952365" cy="7843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65" cy="784308"/>
            </a:xfrm>
            <a:custGeom>
              <a:avLst/>
              <a:gdLst/>
              <a:ahLst/>
              <a:cxnLst/>
              <a:rect r="r" b="b" t="t" l="l"/>
              <a:pathLst>
                <a:path h="784308" w="952365">
                  <a:moveTo>
                    <a:pt x="0" y="0"/>
                  </a:moveTo>
                  <a:lnTo>
                    <a:pt x="952365" y="0"/>
                  </a:lnTo>
                  <a:lnTo>
                    <a:pt x="952365" y="784308"/>
                  </a:lnTo>
                  <a:lnTo>
                    <a:pt x="0" y="784308"/>
                  </a:lnTo>
                  <a:close/>
                </a:path>
              </a:pathLst>
            </a:custGeom>
            <a:solidFill>
              <a:srgbClr val="000000">
                <a:alpha val="87843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65" cy="812883"/>
            </a:xfrm>
            <a:prstGeom prst="rect">
              <a:avLst/>
            </a:prstGeom>
          </p:spPr>
          <p:txBody>
            <a:bodyPr anchor="ctr" rtlCol="false" tIns="49412" lIns="49412" bIns="49412" rIns="49412"/>
            <a:lstStyle/>
            <a:p>
              <a:pPr algn="ctr">
                <a:lnSpc>
                  <a:spcPts val="192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41508" y="6130169"/>
            <a:ext cx="3181979" cy="2188498"/>
            <a:chOff x="0" y="0"/>
            <a:chExt cx="1140349" cy="7843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0349" cy="784308"/>
            </a:xfrm>
            <a:custGeom>
              <a:avLst/>
              <a:gdLst/>
              <a:ahLst/>
              <a:cxnLst/>
              <a:rect r="r" b="b" t="t" l="l"/>
              <a:pathLst>
                <a:path h="784308" w="1140349">
                  <a:moveTo>
                    <a:pt x="0" y="0"/>
                  </a:moveTo>
                  <a:lnTo>
                    <a:pt x="1140349" y="0"/>
                  </a:lnTo>
                  <a:lnTo>
                    <a:pt x="1140349" y="784308"/>
                  </a:lnTo>
                  <a:lnTo>
                    <a:pt x="0" y="784308"/>
                  </a:lnTo>
                  <a:close/>
                </a:path>
              </a:pathLst>
            </a:custGeom>
            <a:solidFill>
              <a:srgbClr val="000000">
                <a:alpha val="87843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140349" cy="812883"/>
            </a:xfrm>
            <a:prstGeom prst="rect">
              <a:avLst/>
            </a:prstGeom>
          </p:spPr>
          <p:txBody>
            <a:bodyPr anchor="ctr" rtlCol="false" tIns="49412" lIns="49412" bIns="49412" rIns="49412"/>
            <a:lstStyle/>
            <a:p>
              <a:pPr algn="ctr">
                <a:lnSpc>
                  <a:spcPts val="192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18845" y="-699281"/>
            <a:ext cx="3253626" cy="7923699"/>
            <a:chOff x="0" y="0"/>
            <a:chExt cx="1907600" cy="46456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07600" cy="4645661"/>
            </a:xfrm>
            <a:custGeom>
              <a:avLst/>
              <a:gdLst/>
              <a:ahLst/>
              <a:cxnLst/>
              <a:rect r="r" b="b" t="t" l="l"/>
              <a:pathLst>
                <a:path h="4645661" w="1907600">
                  <a:moveTo>
                    <a:pt x="0" y="0"/>
                  </a:moveTo>
                  <a:lnTo>
                    <a:pt x="1907600" y="0"/>
                  </a:lnTo>
                  <a:lnTo>
                    <a:pt x="1907600" y="4645661"/>
                  </a:lnTo>
                  <a:lnTo>
                    <a:pt x="0" y="4645661"/>
                  </a:lnTo>
                  <a:close/>
                </a:path>
              </a:pathLst>
            </a:custGeom>
            <a:solidFill>
              <a:srgbClr val="E1DED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907600" cy="4674236"/>
            </a:xfrm>
            <a:prstGeom prst="rect">
              <a:avLst/>
            </a:prstGeom>
          </p:spPr>
          <p:txBody>
            <a:bodyPr anchor="ctr" rtlCol="false" tIns="49412" lIns="49412" bIns="49412" rIns="49412"/>
            <a:lstStyle/>
            <a:p>
              <a:pPr algn="ctr">
                <a:lnSpc>
                  <a:spcPts val="192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-198563"/>
            <a:ext cx="3563999" cy="7831168"/>
            <a:chOff x="0" y="0"/>
            <a:chExt cx="4751999" cy="10441557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3"/>
            <a:srcRect l="36357" t="0" r="36357" b="0"/>
            <a:stretch>
              <a:fillRect/>
            </a:stretch>
          </p:blipFill>
          <p:spPr>
            <a:xfrm flipH="false" flipV="false">
              <a:off x="0" y="0"/>
              <a:ext cx="4751999" cy="10441557"/>
            </a:xfrm>
            <a:prstGeom prst="rect">
              <a:avLst/>
            </a:prstGeom>
          </p:spPr>
        </p:pic>
      </p:grpSp>
      <p:sp>
        <p:nvSpPr>
          <p:cNvPr name="Freeform 15" id="15"/>
          <p:cNvSpPr/>
          <p:nvPr/>
        </p:nvSpPr>
        <p:spPr>
          <a:xfrm flipH="false" flipV="false" rot="0">
            <a:off x="4075306" y="1488244"/>
            <a:ext cx="2541388" cy="2541388"/>
          </a:xfrm>
          <a:custGeom>
            <a:avLst/>
            <a:gdLst/>
            <a:ahLst/>
            <a:cxnLst/>
            <a:rect r="r" b="b" t="t" l="l"/>
            <a:pathLst>
              <a:path h="2541388" w="2541388">
                <a:moveTo>
                  <a:pt x="0" y="0"/>
                </a:moveTo>
                <a:lnTo>
                  <a:pt x="2541388" y="0"/>
                </a:lnTo>
                <a:lnTo>
                  <a:pt x="2541388" y="2541388"/>
                </a:lnTo>
                <a:lnTo>
                  <a:pt x="0" y="2541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55932" y="3201550"/>
            <a:ext cx="1182605" cy="1123474"/>
          </a:xfrm>
          <a:custGeom>
            <a:avLst/>
            <a:gdLst/>
            <a:ahLst/>
            <a:cxnLst/>
            <a:rect r="r" b="b" t="t" l="l"/>
            <a:pathLst>
              <a:path h="1123474" w="1182605">
                <a:moveTo>
                  <a:pt x="0" y="0"/>
                </a:moveTo>
                <a:lnTo>
                  <a:pt x="1182605" y="0"/>
                </a:lnTo>
                <a:lnTo>
                  <a:pt x="1182605" y="1123474"/>
                </a:lnTo>
                <a:lnTo>
                  <a:pt x="0" y="1123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570704" y="3896630"/>
            <a:ext cx="2629907" cy="1850675"/>
          </a:xfrm>
          <a:custGeom>
            <a:avLst/>
            <a:gdLst/>
            <a:ahLst/>
            <a:cxnLst/>
            <a:rect r="r" b="b" t="t" l="l"/>
            <a:pathLst>
              <a:path h="1850675" w="2629907">
                <a:moveTo>
                  <a:pt x="0" y="0"/>
                </a:moveTo>
                <a:lnTo>
                  <a:pt x="2629906" y="0"/>
                </a:lnTo>
                <a:lnTo>
                  <a:pt x="2629906" y="1850675"/>
                </a:lnTo>
                <a:lnTo>
                  <a:pt x="0" y="185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41530" y="1309593"/>
            <a:ext cx="1203343" cy="120334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0842" r="0" b="-3693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855573" y="1309593"/>
            <a:ext cx="1203343" cy="120334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-7777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41530" y="3018249"/>
            <a:ext cx="1203343" cy="120334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-7777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852788" y="3045883"/>
            <a:ext cx="1203343" cy="120334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38888" r="0" b="-3888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34187" y="4601298"/>
            <a:ext cx="1203343" cy="120334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2890" t="0" r="-2890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2450866" y="5145428"/>
            <a:ext cx="818986" cy="1318425"/>
          </a:xfrm>
          <a:custGeom>
            <a:avLst/>
            <a:gdLst/>
            <a:ahLst/>
            <a:cxnLst/>
            <a:rect r="r" b="b" t="t" l="l"/>
            <a:pathLst>
              <a:path h="1318425" w="818986">
                <a:moveTo>
                  <a:pt x="0" y="0"/>
                </a:moveTo>
                <a:lnTo>
                  <a:pt x="818985" y="0"/>
                </a:lnTo>
                <a:lnTo>
                  <a:pt x="818985" y="1318425"/>
                </a:lnTo>
                <a:lnTo>
                  <a:pt x="0" y="1318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624908" y="5327282"/>
            <a:ext cx="2132876" cy="2390928"/>
          </a:xfrm>
          <a:custGeom>
            <a:avLst/>
            <a:gdLst/>
            <a:ahLst/>
            <a:cxnLst/>
            <a:rect r="r" b="b" t="t" l="l"/>
            <a:pathLst>
              <a:path h="2390928" w="2132876">
                <a:moveTo>
                  <a:pt x="0" y="0"/>
                </a:moveTo>
                <a:lnTo>
                  <a:pt x="2132877" y="0"/>
                </a:lnTo>
                <a:lnTo>
                  <a:pt x="2132877" y="2390928"/>
                </a:lnTo>
                <a:lnTo>
                  <a:pt x="0" y="23909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144822" y="853090"/>
            <a:ext cx="4303831" cy="91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0"/>
              </a:lnSpc>
            </a:pPr>
            <a:r>
              <a:rPr lang="en-US" b="true" sz="2000" spc="296">
                <a:solidFill>
                  <a:srgbClr val="E1DED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CARACTERÍSTICAS PRINCIPALES:</a:t>
            </a:r>
          </a:p>
          <a:p>
            <a:pPr algn="ctr">
              <a:lnSpc>
                <a:spcPts val="242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7906450" y="1108602"/>
            <a:ext cx="2013472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173" spc="32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DINO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6936" y="527410"/>
            <a:ext cx="2797846" cy="68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2"/>
              </a:lnSpc>
            </a:pPr>
            <a:r>
              <a:rPr lang="en-US" b="true" sz="1958" spc="28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EQUIPO DE DESARROLLO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62625" y="4825096"/>
            <a:ext cx="3393083" cy="228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55531" indent="-177765" lvl="1">
              <a:lnSpc>
                <a:spcPts val="2305"/>
              </a:lnSpc>
              <a:buFont typeface="Arial"/>
              <a:buChar char="•"/>
            </a:pPr>
            <a:r>
              <a:rPr lang="en-US" sz="1646" spc="52">
                <a:solidFill>
                  <a:srgbClr val="E1DEDE"/>
                </a:solidFill>
                <a:latin typeface="Montserrat"/>
                <a:ea typeface="Montserrat"/>
                <a:cs typeface="Montserrat"/>
                <a:sym typeface="Montserrat"/>
              </a:rPr>
              <a:t>MODO DÍA Y NOCHE</a:t>
            </a:r>
          </a:p>
          <a:p>
            <a:pPr algn="ctr" marL="355531" indent="-177765" lvl="1">
              <a:lnSpc>
                <a:spcPts val="2305"/>
              </a:lnSpc>
              <a:buFont typeface="Arial"/>
              <a:buChar char="•"/>
            </a:pPr>
            <a:r>
              <a:rPr lang="en-US" sz="1646" spc="52">
                <a:solidFill>
                  <a:srgbClr val="E1DEDE"/>
                </a:solidFill>
                <a:latin typeface="Montserrat"/>
                <a:ea typeface="Montserrat"/>
                <a:cs typeface="Montserrat"/>
                <a:sym typeface="Montserrat"/>
              </a:rPr>
              <a:t>Puntuación y récords</a:t>
            </a:r>
          </a:p>
          <a:p>
            <a:pPr algn="ctr" marL="355531" indent="-177765" lvl="1">
              <a:lnSpc>
                <a:spcPts val="2305"/>
              </a:lnSpc>
              <a:buFont typeface="Arial"/>
              <a:buChar char="•"/>
            </a:pPr>
            <a:r>
              <a:rPr lang="en-US" sz="1646" spc="52">
                <a:solidFill>
                  <a:srgbClr val="E1DEDE"/>
                </a:solidFill>
                <a:latin typeface="Montserrat"/>
                <a:ea typeface="Montserrat"/>
                <a:cs typeface="Montserrat"/>
                <a:sym typeface="Montserrat"/>
              </a:rPr>
              <a:t>Música y sonidos originales</a:t>
            </a:r>
          </a:p>
          <a:p>
            <a:pPr algn="ctr" marL="355531" indent="-177765" lvl="1">
              <a:lnSpc>
                <a:spcPts val="2305"/>
              </a:lnSpc>
              <a:buFont typeface="Arial"/>
              <a:buChar char="•"/>
            </a:pPr>
            <a:r>
              <a:rPr lang="en-US" sz="1646" spc="52">
                <a:solidFill>
                  <a:srgbClr val="E1DEDE"/>
                </a:solidFill>
                <a:latin typeface="Montserrat"/>
                <a:ea typeface="Montserrat"/>
                <a:cs typeface="Montserrat"/>
                <a:sym typeface="Montserrat"/>
              </a:rPr>
              <a:t>Escenarios dinámicos</a:t>
            </a:r>
          </a:p>
          <a:p>
            <a:pPr algn="ctr" marL="355531" indent="-177765" lvl="1">
              <a:lnSpc>
                <a:spcPts val="2305"/>
              </a:lnSpc>
              <a:buFont typeface="Arial"/>
              <a:buChar char="•"/>
            </a:pPr>
            <a:r>
              <a:rPr lang="en-US" sz="1646" spc="52">
                <a:solidFill>
                  <a:srgbClr val="E1DEDE"/>
                </a:solidFill>
                <a:latin typeface="Montserrat"/>
                <a:ea typeface="Montserrat"/>
                <a:cs typeface="Montserrat"/>
                <a:sym typeface="Montserrat"/>
              </a:rPr>
              <a:t>Compatible con </a:t>
            </a:r>
            <a:r>
              <a:rPr lang="en-US" b="true" sz="1646" spc="52">
                <a:solidFill>
                  <a:srgbClr val="E1DED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arduino</a:t>
            </a:r>
            <a:r>
              <a:rPr lang="en-US" sz="1646" spc="52">
                <a:solidFill>
                  <a:srgbClr val="E1DEDE"/>
                </a:solidFill>
                <a:latin typeface="Montserrat"/>
                <a:ea typeface="Montserrat"/>
                <a:cs typeface="Montserrat"/>
                <a:sym typeface="Montserrat"/>
              </a:rPr>
              <a:t> o teclado</a:t>
            </a:r>
          </a:p>
          <a:p>
            <a:pPr algn="ctr" marL="0" indent="0" lvl="0">
              <a:lnSpc>
                <a:spcPts val="2305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7695176" y="657088"/>
            <a:ext cx="2436021" cy="42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3"/>
              </a:lnSpc>
            </a:pPr>
            <a:r>
              <a:rPr lang="en-US" b="true" sz="2473" spc="36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448653" y="2206591"/>
            <a:ext cx="2967689" cy="30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b="true" sz="1954" spc="2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¿DE QUE TRATA?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35357" y="2624574"/>
            <a:ext cx="2666714" cy="113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1"/>
              </a:lnSpc>
              <a:spcBef>
                <a:spcPct val="0"/>
              </a:spcBef>
            </a:pPr>
            <a:r>
              <a:rPr lang="en-US" sz="1294" spc="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NUESTRO PROYECTO ES UN JUEGO EN RECREACION DEL DINOSAURIO DE GOOGLE PERO CON NUESTRA PROPIA PERSONALIDAD.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41508" y="6576914"/>
            <a:ext cx="3181979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173" spc="32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PROGRAMACIÓN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22157" y="6968226"/>
            <a:ext cx="3181979" cy="36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173" spc="32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2025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0969" y="6576914"/>
            <a:ext cx="2313030" cy="63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7"/>
              </a:lnSpc>
              <a:spcBef>
                <a:spcPct val="0"/>
              </a:spcBef>
            </a:pPr>
            <a:r>
              <a:rPr lang="en-US" b="true" sz="18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"MIENTRAS SALTES MEJOR"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8006" y="2551507"/>
            <a:ext cx="1630392" cy="39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"/>
              </a:lnSpc>
              <a:spcBef>
                <a:spcPct val="0"/>
              </a:spcBef>
            </a:pPr>
            <a:r>
              <a:rPr lang="en-US" b="true" sz="1164" spc="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SANTINO TREVISANO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831442" y="2579612"/>
            <a:ext cx="1224689" cy="39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"/>
              </a:lnSpc>
              <a:spcBef>
                <a:spcPct val="0"/>
              </a:spcBef>
            </a:pPr>
            <a:r>
              <a:rPr lang="en-US" b="true" sz="1164" spc="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ALMA CARENA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844901" y="4220651"/>
            <a:ext cx="1224689" cy="39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"/>
              </a:lnSpc>
              <a:spcBef>
                <a:spcPct val="0"/>
              </a:spcBef>
            </a:pPr>
            <a:r>
              <a:rPr lang="en-US" b="true" sz="1164" spc="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MATEO LUGO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41530" y="4220651"/>
            <a:ext cx="1224689" cy="39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"/>
              </a:lnSpc>
              <a:spcBef>
                <a:spcPct val="0"/>
              </a:spcBef>
            </a:pPr>
            <a:r>
              <a:rPr lang="en-US" b="true" sz="1164" spc="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NICOLAS NORIEGA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12842" y="5842741"/>
            <a:ext cx="1224689" cy="39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"/>
              </a:lnSpc>
              <a:spcBef>
                <a:spcPct val="0"/>
              </a:spcBef>
            </a:pPr>
            <a:r>
              <a:rPr lang="en-US" b="true" sz="1164" spc="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DANTE BASSUS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7999" y="-135584"/>
            <a:ext cx="3733350" cy="7831168"/>
            <a:chOff x="0" y="0"/>
            <a:chExt cx="4977800" cy="1044155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7962" t="0" r="37962" b="0"/>
            <a:stretch>
              <a:fillRect/>
            </a:stretch>
          </p:blipFill>
          <p:spPr>
            <a:xfrm flipH="false" flipV="false">
              <a:off x="0" y="0"/>
              <a:ext cx="4977800" cy="10441557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7584469" y="-198563"/>
            <a:ext cx="2657435" cy="2188498"/>
            <a:chOff x="0" y="0"/>
            <a:chExt cx="952365" cy="7843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365" cy="784308"/>
            </a:xfrm>
            <a:custGeom>
              <a:avLst/>
              <a:gdLst/>
              <a:ahLst/>
              <a:cxnLst/>
              <a:rect r="r" b="b" t="t" l="l"/>
              <a:pathLst>
                <a:path h="784308" w="952365">
                  <a:moveTo>
                    <a:pt x="0" y="0"/>
                  </a:moveTo>
                  <a:lnTo>
                    <a:pt x="952365" y="0"/>
                  </a:lnTo>
                  <a:lnTo>
                    <a:pt x="952365" y="784308"/>
                  </a:lnTo>
                  <a:lnTo>
                    <a:pt x="0" y="784308"/>
                  </a:lnTo>
                  <a:close/>
                </a:path>
              </a:pathLst>
            </a:custGeom>
            <a:solidFill>
              <a:srgbClr val="000000">
                <a:alpha val="87843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52365" cy="812883"/>
            </a:xfrm>
            <a:prstGeom prst="rect">
              <a:avLst/>
            </a:prstGeom>
          </p:spPr>
          <p:txBody>
            <a:bodyPr anchor="ctr" rtlCol="false" tIns="49412" lIns="49412" bIns="49412" rIns="49412"/>
            <a:lstStyle/>
            <a:p>
              <a:pPr algn="ctr">
                <a:lnSpc>
                  <a:spcPts val="192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41508" y="6130169"/>
            <a:ext cx="3181979" cy="2188498"/>
            <a:chOff x="0" y="0"/>
            <a:chExt cx="1140349" cy="7843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0349" cy="784308"/>
            </a:xfrm>
            <a:custGeom>
              <a:avLst/>
              <a:gdLst/>
              <a:ahLst/>
              <a:cxnLst/>
              <a:rect r="r" b="b" t="t" l="l"/>
              <a:pathLst>
                <a:path h="784308" w="1140349">
                  <a:moveTo>
                    <a:pt x="0" y="0"/>
                  </a:moveTo>
                  <a:lnTo>
                    <a:pt x="1140349" y="0"/>
                  </a:lnTo>
                  <a:lnTo>
                    <a:pt x="1140349" y="784308"/>
                  </a:lnTo>
                  <a:lnTo>
                    <a:pt x="0" y="784308"/>
                  </a:lnTo>
                  <a:close/>
                </a:path>
              </a:pathLst>
            </a:custGeom>
            <a:solidFill>
              <a:srgbClr val="000000">
                <a:alpha val="87843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140349" cy="812883"/>
            </a:xfrm>
            <a:prstGeom prst="rect">
              <a:avLst/>
            </a:prstGeom>
          </p:spPr>
          <p:txBody>
            <a:bodyPr anchor="ctr" rtlCol="false" tIns="49412" lIns="49412" bIns="49412" rIns="49412"/>
            <a:lstStyle/>
            <a:p>
              <a:pPr algn="ctr">
                <a:lnSpc>
                  <a:spcPts val="192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-198563"/>
            <a:ext cx="3563999" cy="7831168"/>
            <a:chOff x="0" y="0"/>
            <a:chExt cx="4751999" cy="10441557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3"/>
            <a:srcRect l="36357" t="0" r="36357" b="0"/>
            <a:stretch>
              <a:fillRect/>
            </a:stretch>
          </p:blipFill>
          <p:spPr>
            <a:xfrm flipH="false" flipV="false">
              <a:off x="0" y="0"/>
              <a:ext cx="4751999" cy="10441557"/>
            </a:xfrm>
            <a:prstGeom prst="rect">
              <a:avLst/>
            </a:prstGeom>
          </p:spPr>
        </p:pic>
      </p:grpSp>
      <p:sp>
        <p:nvSpPr>
          <p:cNvPr name="Freeform 12" id="12"/>
          <p:cNvSpPr/>
          <p:nvPr/>
        </p:nvSpPr>
        <p:spPr>
          <a:xfrm flipH="false" flipV="false" rot="0">
            <a:off x="4075306" y="1488244"/>
            <a:ext cx="2541388" cy="2541388"/>
          </a:xfrm>
          <a:custGeom>
            <a:avLst/>
            <a:gdLst/>
            <a:ahLst/>
            <a:cxnLst/>
            <a:rect r="r" b="b" t="t" l="l"/>
            <a:pathLst>
              <a:path h="2541388" w="2541388">
                <a:moveTo>
                  <a:pt x="0" y="0"/>
                </a:moveTo>
                <a:lnTo>
                  <a:pt x="2541388" y="0"/>
                </a:lnTo>
                <a:lnTo>
                  <a:pt x="2541388" y="2541388"/>
                </a:lnTo>
                <a:lnTo>
                  <a:pt x="0" y="2541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55932" y="3201550"/>
            <a:ext cx="1182605" cy="1123474"/>
          </a:xfrm>
          <a:custGeom>
            <a:avLst/>
            <a:gdLst/>
            <a:ahLst/>
            <a:cxnLst/>
            <a:rect r="r" b="b" t="t" l="l"/>
            <a:pathLst>
              <a:path h="1123474" w="1182605">
                <a:moveTo>
                  <a:pt x="0" y="0"/>
                </a:moveTo>
                <a:lnTo>
                  <a:pt x="1182605" y="0"/>
                </a:lnTo>
                <a:lnTo>
                  <a:pt x="1182605" y="1123474"/>
                </a:lnTo>
                <a:lnTo>
                  <a:pt x="0" y="1123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570704" y="3896630"/>
            <a:ext cx="2629907" cy="1850675"/>
          </a:xfrm>
          <a:custGeom>
            <a:avLst/>
            <a:gdLst/>
            <a:ahLst/>
            <a:cxnLst/>
            <a:rect r="r" b="b" t="t" l="l"/>
            <a:pathLst>
              <a:path h="1850675" w="2629907">
                <a:moveTo>
                  <a:pt x="0" y="0"/>
                </a:moveTo>
                <a:lnTo>
                  <a:pt x="2629906" y="0"/>
                </a:lnTo>
                <a:lnTo>
                  <a:pt x="2629906" y="1850675"/>
                </a:lnTo>
                <a:lnTo>
                  <a:pt x="0" y="18506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562625" y="4825096"/>
            <a:ext cx="3393083" cy="2853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55531" indent="-177765" lvl="1">
              <a:lnSpc>
                <a:spcPts val="2305"/>
              </a:lnSpc>
              <a:buFont typeface="Arial"/>
              <a:buChar char="•"/>
            </a:pPr>
            <a:r>
              <a:rPr lang="en-US" sz="1646" spc="52">
                <a:solidFill>
                  <a:srgbClr val="E1DEDE"/>
                </a:solidFill>
                <a:latin typeface="Montserrat"/>
                <a:ea typeface="Montserrat"/>
                <a:cs typeface="Montserrat"/>
                <a:sym typeface="Montserrat"/>
              </a:rPr>
              <a:t>DAY AND NIGHT MODE</a:t>
            </a:r>
          </a:p>
          <a:p>
            <a:pPr algn="ctr" marL="355531" indent="-177765" lvl="1">
              <a:lnSpc>
                <a:spcPts val="2305"/>
              </a:lnSpc>
              <a:buFont typeface="Arial"/>
              <a:buChar char="•"/>
            </a:pPr>
            <a:r>
              <a:rPr lang="en-US" sz="1646" spc="52">
                <a:solidFill>
                  <a:srgbClr val="E1DEDE"/>
                </a:solidFill>
                <a:latin typeface="Montserrat"/>
                <a:ea typeface="Montserrat"/>
                <a:cs typeface="Montserrat"/>
                <a:sym typeface="Montserrat"/>
              </a:rPr>
              <a:t>Score System and Records</a:t>
            </a:r>
          </a:p>
          <a:p>
            <a:pPr algn="ctr" marL="355531" indent="-177765" lvl="1">
              <a:lnSpc>
                <a:spcPts val="2305"/>
              </a:lnSpc>
              <a:buFont typeface="Arial"/>
              <a:buChar char="•"/>
            </a:pPr>
            <a:r>
              <a:rPr lang="en-US" sz="1646" spc="52">
                <a:solidFill>
                  <a:srgbClr val="E1DEDE"/>
                </a:solidFill>
                <a:latin typeface="Montserrat"/>
                <a:ea typeface="Montserrat"/>
                <a:cs typeface="Montserrat"/>
                <a:sym typeface="Montserrat"/>
              </a:rPr>
              <a:t>Original Music and Sound Effects</a:t>
            </a:r>
          </a:p>
          <a:p>
            <a:pPr algn="ctr" marL="355531" indent="-177765" lvl="1">
              <a:lnSpc>
                <a:spcPts val="2305"/>
              </a:lnSpc>
              <a:buFont typeface="Arial"/>
              <a:buChar char="•"/>
            </a:pPr>
            <a:r>
              <a:rPr lang="en-US" sz="1646" spc="52">
                <a:solidFill>
                  <a:srgbClr val="E1DEDE"/>
                </a:solidFill>
                <a:latin typeface="Montserrat"/>
                <a:ea typeface="Montserrat"/>
                <a:cs typeface="Montserrat"/>
                <a:sym typeface="Montserrat"/>
              </a:rPr>
              <a:t>Dynamic Scenarios</a:t>
            </a:r>
          </a:p>
          <a:p>
            <a:pPr algn="ctr" marL="355531" indent="-177765" lvl="1">
              <a:lnSpc>
                <a:spcPts val="2305"/>
              </a:lnSpc>
              <a:buFont typeface="Arial"/>
              <a:buChar char="•"/>
            </a:pPr>
            <a:r>
              <a:rPr lang="en-US" sz="1646" spc="52">
                <a:solidFill>
                  <a:srgbClr val="E1DEDE"/>
                </a:solidFill>
                <a:latin typeface="Montserrat"/>
                <a:ea typeface="Montserrat"/>
                <a:cs typeface="Montserrat"/>
                <a:sym typeface="Montserrat"/>
              </a:rPr>
              <a:t>Compatible with </a:t>
            </a:r>
            <a:r>
              <a:rPr lang="en-US" b="true" sz="1646" spc="52">
                <a:solidFill>
                  <a:srgbClr val="E1DED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Arduino</a:t>
            </a:r>
            <a:r>
              <a:rPr lang="en-US" sz="1646" spc="52">
                <a:solidFill>
                  <a:srgbClr val="E1DEDE"/>
                </a:solidFill>
                <a:latin typeface="Montserrat"/>
                <a:ea typeface="Montserrat"/>
                <a:cs typeface="Montserrat"/>
                <a:sym typeface="Montserrat"/>
              </a:rPr>
              <a:t> or Keyboard</a:t>
            </a:r>
          </a:p>
          <a:p>
            <a:pPr algn="ctr">
              <a:lnSpc>
                <a:spcPts val="2305"/>
              </a:lnSpc>
            </a:pPr>
          </a:p>
          <a:p>
            <a:pPr algn="ctr" marL="0" indent="0" lvl="0">
              <a:lnSpc>
                <a:spcPts val="2305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50969" y="6576914"/>
            <a:ext cx="2313030" cy="96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7"/>
              </a:lnSpc>
              <a:spcBef>
                <a:spcPct val="0"/>
              </a:spcBef>
            </a:pPr>
            <a:r>
              <a:rPr lang="en-US" b="true" sz="18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"THE MORE YOU JUMP, THE BETTER”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41530" y="1309593"/>
            <a:ext cx="1203343" cy="120334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0842" r="0" b="-3693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855573" y="1309593"/>
            <a:ext cx="1203343" cy="120334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-7777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41530" y="3018249"/>
            <a:ext cx="1203343" cy="120334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-7777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852788" y="3045883"/>
            <a:ext cx="1203343" cy="120334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38888" r="0" b="-38888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34187" y="4601298"/>
            <a:ext cx="1203343" cy="120334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2890" t="0" r="-2890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2450866" y="5145428"/>
            <a:ext cx="818986" cy="1318425"/>
          </a:xfrm>
          <a:custGeom>
            <a:avLst/>
            <a:gdLst/>
            <a:ahLst/>
            <a:cxnLst/>
            <a:rect r="r" b="b" t="t" l="l"/>
            <a:pathLst>
              <a:path h="1318425" w="818986">
                <a:moveTo>
                  <a:pt x="0" y="0"/>
                </a:moveTo>
                <a:lnTo>
                  <a:pt x="818985" y="0"/>
                </a:lnTo>
                <a:lnTo>
                  <a:pt x="818985" y="1318425"/>
                </a:lnTo>
                <a:lnTo>
                  <a:pt x="0" y="1318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624908" y="5327282"/>
            <a:ext cx="2132876" cy="2390928"/>
          </a:xfrm>
          <a:custGeom>
            <a:avLst/>
            <a:gdLst/>
            <a:ahLst/>
            <a:cxnLst/>
            <a:rect r="r" b="b" t="t" l="l"/>
            <a:pathLst>
              <a:path h="2390928" w="2132876">
                <a:moveTo>
                  <a:pt x="0" y="0"/>
                </a:moveTo>
                <a:lnTo>
                  <a:pt x="2132877" y="0"/>
                </a:lnTo>
                <a:lnTo>
                  <a:pt x="2132877" y="2390928"/>
                </a:lnTo>
                <a:lnTo>
                  <a:pt x="0" y="23909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873713" y="895686"/>
            <a:ext cx="2947043" cy="75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b="true" sz="2535" spc="375">
                <a:solidFill>
                  <a:srgbClr val="E1DED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 FEATURES: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906450" y="1108602"/>
            <a:ext cx="2013472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173" spc="32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DINO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36936" y="527410"/>
            <a:ext cx="2797846" cy="68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2"/>
              </a:lnSpc>
            </a:pPr>
            <a:r>
              <a:rPr lang="en-US" b="true" sz="1958" spc="28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DEVELOPMENT TEAM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695176" y="657088"/>
            <a:ext cx="2436021" cy="42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3"/>
              </a:lnSpc>
            </a:pPr>
            <a:r>
              <a:rPr lang="en-US" b="true" sz="2473" spc="36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48653" y="2047085"/>
            <a:ext cx="2967689" cy="597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b="true" sz="1954" spc="28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IT ABOUT?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570704" y="2691253"/>
            <a:ext cx="2666714" cy="113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1"/>
              </a:lnSpc>
              <a:spcBef>
                <a:spcPct val="0"/>
              </a:spcBef>
            </a:pPr>
            <a:r>
              <a:rPr lang="en-US" sz="1294" spc="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OUR PROJECT IS A RECREATION OF THE GOOGLE DINOSAUR GAME, BUT WITH OUR OWN PERSONALITY ADDED TO IT.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41508" y="6576914"/>
            <a:ext cx="3181979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173" spc="32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PROGRAMMING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22157" y="6968226"/>
            <a:ext cx="3181979" cy="36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173" spc="32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2025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8006" y="2551507"/>
            <a:ext cx="1630392" cy="39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"/>
              </a:lnSpc>
              <a:spcBef>
                <a:spcPct val="0"/>
              </a:spcBef>
            </a:pPr>
            <a:r>
              <a:rPr lang="en-US" b="true" sz="1164" spc="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SANTINO TREVISANO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31442" y="2579612"/>
            <a:ext cx="1224689" cy="39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"/>
              </a:lnSpc>
              <a:spcBef>
                <a:spcPct val="0"/>
              </a:spcBef>
            </a:pPr>
            <a:r>
              <a:rPr lang="en-US" b="true" sz="1164" spc="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ALMA CARENA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44901" y="4220651"/>
            <a:ext cx="1224689" cy="39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"/>
              </a:lnSpc>
              <a:spcBef>
                <a:spcPct val="0"/>
              </a:spcBef>
            </a:pPr>
            <a:r>
              <a:rPr lang="en-US" b="true" sz="1164" spc="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MATEO LUGO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1530" y="4220651"/>
            <a:ext cx="1224689" cy="39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"/>
              </a:lnSpc>
              <a:spcBef>
                <a:spcPct val="0"/>
              </a:spcBef>
            </a:pPr>
            <a:r>
              <a:rPr lang="en-US" b="true" sz="1164" spc="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NICOLAS NORIEGA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12842" y="5842741"/>
            <a:ext cx="1224689" cy="399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0"/>
              </a:lnSpc>
              <a:spcBef>
                <a:spcPct val="0"/>
              </a:spcBef>
            </a:pPr>
            <a:r>
              <a:rPr lang="en-US" b="true" sz="1164" spc="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DANTE BASSUS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52297"/>
            <a:ext cx="5399999" cy="7831168"/>
            <a:chOff x="0" y="0"/>
            <a:chExt cx="7199999" cy="1044155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4181" t="0" r="24478" b="0"/>
            <a:stretch>
              <a:fillRect/>
            </a:stretch>
          </p:blipFill>
          <p:spPr>
            <a:xfrm flipH="false" flipV="false">
              <a:off x="0" y="0"/>
              <a:ext cx="7199999" cy="10441557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4990507" y="5657460"/>
            <a:ext cx="818986" cy="1318425"/>
          </a:xfrm>
          <a:custGeom>
            <a:avLst/>
            <a:gdLst/>
            <a:ahLst/>
            <a:cxnLst/>
            <a:rect r="r" b="b" t="t" l="l"/>
            <a:pathLst>
              <a:path h="1318425" w="818986">
                <a:moveTo>
                  <a:pt x="0" y="0"/>
                </a:moveTo>
                <a:lnTo>
                  <a:pt x="818985" y="0"/>
                </a:lnTo>
                <a:lnTo>
                  <a:pt x="818985" y="1318425"/>
                </a:lnTo>
                <a:lnTo>
                  <a:pt x="0" y="1318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99999" y="-135584"/>
            <a:ext cx="5292001" cy="7831168"/>
            <a:chOff x="0" y="0"/>
            <a:chExt cx="7056001" cy="10441557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32937" t="0" r="32937" b="0"/>
            <a:stretch>
              <a:fillRect/>
            </a:stretch>
          </p:blipFill>
          <p:spPr>
            <a:xfrm flipH="false" flipV="false">
              <a:off x="0" y="0"/>
              <a:ext cx="7056001" cy="10441557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0">
            <a:off x="5399999" y="5657460"/>
            <a:ext cx="439921" cy="1261089"/>
          </a:xfrm>
          <a:custGeom>
            <a:avLst/>
            <a:gdLst/>
            <a:ahLst/>
            <a:cxnLst/>
            <a:rect r="r" b="b" t="t" l="l"/>
            <a:pathLst>
              <a:path h="1261089" w="439921">
                <a:moveTo>
                  <a:pt x="0" y="0"/>
                </a:moveTo>
                <a:lnTo>
                  <a:pt x="439922" y="0"/>
                </a:lnTo>
                <a:lnTo>
                  <a:pt x="439922" y="1261089"/>
                </a:lnTo>
                <a:lnTo>
                  <a:pt x="0" y="1261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7144" t="0" r="-238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08697" y="3201550"/>
            <a:ext cx="1182605" cy="1123474"/>
          </a:xfrm>
          <a:custGeom>
            <a:avLst/>
            <a:gdLst/>
            <a:ahLst/>
            <a:cxnLst/>
            <a:rect r="r" b="b" t="t" l="l"/>
            <a:pathLst>
              <a:path h="1123474" w="1182605">
                <a:moveTo>
                  <a:pt x="0" y="0"/>
                </a:moveTo>
                <a:lnTo>
                  <a:pt x="1182605" y="0"/>
                </a:lnTo>
                <a:lnTo>
                  <a:pt x="1182605" y="1123474"/>
                </a:lnTo>
                <a:lnTo>
                  <a:pt x="0" y="1123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97909" y="2227239"/>
            <a:ext cx="2896181" cy="1059350"/>
          </a:xfrm>
          <a:custGeom>
            <a:avLst/>
            <a:gdLst/>
            <a:ahLst/>
            <a:cxnLst/>
            <a:rect r="r" b="b" t="t" l="l"/>
            <a:pathLst>
              <a:path h="1059350" w="2896181">
                <a:moveTo>
                  <a:pt x="0" y="0"/>
                </a:moveTo>
                <a:lnTo>
                  <a:pt x="2896182" y="0"/>
                </a:lnTo>
                <a:lnTo>
                  <a:pt x="2896182" y="1059351"/>
                </a:lnTo>
                <a:lnTo>
                  <a:pt x="0" y="10593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791" r="0" b="-1364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3986608" y="4098187"/>
            <a:ext cx="2718785" cy="1651478"/>
          </a:xfrm>
          <a:custGeom>
            <a:avLst/>
            <a:gdLst/>
            <a:ahLst/>
            <a:cxnLst/>
            <a:rect r="r" b="b" t="t" l="l"/>
            <a:pathLst>
              <a:path h="1651478" w="2718785">
                <a:moveTo>
                  <a:pt x="0" y="0"/>
                </a:moveTo>
                <a:lnTo>
                  <a:pt x="2718784" y="0"/>
                </a:lnTo>
                <a:lnTo>
                  <a:pt x="2718784" y="1651479"/>
                </a:lnTo>
                <a:lnTo>
                  <a:pt x="0" y="16514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4235" r="0" b="-4039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03682" y="6006796"/>
            <a:ext cx="952073" cy="1067263"/>
          </a:xfrm>
          <a:custGeom>
            <a:avLst/>
            <a:gdLst/>
            <a:ahLst/>
            <a:cxnLst/>
            <a:rect r="r" b="b" t="t" l="l"/>
            <a:pathLst>
              <a:path h="1067263" w="952073">
                <a:moveTo>
                  <a:pt x="0" y="0"/>
                </a:moveTo>
                <a:lnTo>
                  <a:pt x="952073" y="0"/>
                </a:lnTo>
                <a:lnTo>
                  <a:pt x="952073" y="1067263"/>
                </a:lnTo>
                <a:lnTo>
                  <a:pt x="0" y="10672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598407" y="2985312"/>
            <a:ext cx="801592" cy="1590461"/>
          </a:xfrm>
          <a:custGeom>
            <a:avLst/>
            <a:gdLst/>
            <a:ahLst/>
            <a:cxnLst/>
            <a:rect r="r" b="b" t="t" l="l"/>
            <a:pathLst>
              <a:path h="1590461" w="801592">
                <a:moveTo>
                  <a:pt x="0" y="0"/>
                </a:moveTo>
                <a:lnTo>
                  <a:pt x="801592" y="0"/>
                </a:lnTo>
                <a:lnTo>
                  <a:pt x="801592" y="1590461"/>
                </a:lnTo>
                <a:lnTo>
                  <a:pt x="0" y="1590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99999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99519" y="1994854"/>
            <a:ext cx="2788621" cy="2788621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-398384" y="5279455"/>
            <a:ext cx="1736385" cy="2795278"/>
          </a:xfrm>
          <a:custGeom>
            <a:avLst/>
            <a:gdLst/>
            <a:ahLst/>
            <a:cxnLst/>
            <a:rect r="r" b="b" t="t" l="l"/>
            <a:pathLst>
              <a:path h="2795278" w="1736385">
                <a:moveTo>
                  <a:pt x="0" y="0"/>
                </a:moveTo>
                <a:lnTo>
                  <a:pt x="1736385" y="0"/>
                </a:lnTo>
                <a:lnTo>
                  <a:pt x="1736385" y="2795279"/>
                </a:lnTo>
                <a:lnTo>
                  <a:pt x="0" y="2795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01006" y="1137177"/>
            <a:ext cx="2385648" cy="72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b="true" sz="2345" spc="34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MANUALES/INFORMES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584469" y="-198563"/>
            <a:ext cx="2657435" cy="2188498"/>
            <a:chOff x="0" y="0"/>
            <a:chExt cx="952365" cy="7843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2365" cy="784308"/>
            </a:xfrm>
            <a:custGeom>
              <a:avLst/>
              <a:gdLst/>
              <a:ahLst/>
              <a:cxnLst/>
              <a:rect r="r" b="b" t="t" l="l"/>
              <a:pathLst>
                <a:path h="784308" w="952365">
                  <a:moveTo>
                    <a:pt x="0" y="0"/>
                  </a:moveTo>
                  <a:lnTo>
                    <a:pt x="952365" y="0"/>
                  </a:lnTo>
                  <a:lnTo>
                    <a:pt x="952365" y="784308"/>
                  </a:lnTo>
                  <a:lnTo>
                    <a:pt x="0" y="784308"/>
                  </a:lnTo>
                  <a:close/>
                </a:path>
              </a:pathLst>
            </a:custGeom>
            <a:solidFill>
              <a:srgbClr val="000000">
                <a:alpha val="87843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52365" cy="812883"/>
            </a:xfrm>
            <a:prstGeom prst="rect">
              <a:avLst/>
            </a:prstGeom>
          </p:spPr>
          <p:txBody>
            <a:bodyPr anchor="ctr" rtlCol="false" tIns="49412" lIns="49412" bIns="49412" rIns="49412"/>
            <a:lstStyle/>
            <a:p>
              <a:pPr algn="ctr">
                <a:lnSpc>
                  <a:spcPts val="192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41508" y="6130169"/>
            <a:ext cx="3181979" cy="2188498"/>
            <a:chOff x="0" y="0"/>
            <a:chExt cx="1140349" cy="7843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40349" cy="784308"/>
            </a:xfrm>
            <a:custGeom>
              <a:avLst/>
              <a:gdLst/>
              <a:ahLst/>
              <a:cxnLst/>
              <a:rect r="r" b="b" t="t" l="l"/>
              <a:pathLst>
                <a:path h="784308" w="1140349">
                  <a:moveTo>
                    <a:pt x="0" y="0"/>
                  </a:moveTo>
                  <a:lnTo>
                    <a:pt x="1140349" y="0"/>
                  </a:lnTo>
                  <a:lnTo>
                    <a:pt x="1140349" y="784308"/>
                  </a:lnTo>
                  <a:lnTo>
                    <a:pt x="0" y="784308"/>
                  </a:lnTo>
                  <a:close/>
                </a:path>
              </a:pathLst>
            </a:custGeom>
            <a:solidFill>
              <a:srgbClr val="000000">
                <a:alpha val="87843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140349" cy="812883"/>
            </a:xfrm>
            <a:prstGeom prst="rect">
              <a:avLst/>
            </a:prstGeom>
          </p:spPr>
          <p:txBody>
            <a:bodyPr anchor="ctr" rtlCol="false" tIns="49412" lIns="49412" bIns="49412" rIns="49412"/>
            <a:lstStyle/>
            <a:p>
              <a:pPr algn="ctr">
                <a:lnSpc>
                  <a:spcPts val="1927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7163419" y="2602613"/>
            <a:ext cx="3538158" cy="2489815"/>
          </a:xfrm>
          <a:custGeom>
            <a:avLst/>
            <a:gdLst/>
            <a:ahLst/>
            <a:cxnLst/>
            <a:rect r="r" b="b" t="t" l="l"/>
            <a:pathLst>
              <a:path h="2489815" w="3538158">
                <a:moveTo>
                  <a:pt x="0" y="0"/>
                </a:moveTo>
                <a:lnTo>
                  <a:pt x="3538157" y="0"/>
                </a:lnTo>
                <a:lnTo>
                  <a:pt x="3538157" y="2489815"/>
                </a:lnTo>
                <a:lnTo>
                  <a:pt x="0" y="24898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906450" y="1108602"/>
            <a:ext cx="2013472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173" spc="32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DINO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95176" y="657088"/>
            <a:ext cx="2436021" cy="42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3"/>
              </a:lnSpc>
            </a:pPr>
            <a:r>
              <a:rPr lang="en-US" b="true" sz="2473" spc="36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41508" y="6576914"/>
            <a:ext cx="3181979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173" spc="32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PROGRAMACIÓN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22157" y="6968226"/>
            <a:ext cx="3181979" cy="36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173" spc="32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2025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52297"/>
            <a:ext cx="5399999" cy="7831168"/>
            <a:chOff x="0" y="0"/>
            <a:chExt cx="7199999" cy="1044155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4181" t="0" r="24478" b="0"/>
            <a:stretch>
              <a:fillRect/>
            </a:stretch>
          </p:blipFill>
          <p:spPr>
            <a:xfrm flipH="false" flipV="false">
              <a:off x="0" y="0"/>
              <a:ext cx="7199999" cy="10441557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4990507" y="5657460"/>
            <a:ext cx="818986" cy="1318425"/>
          </a:xfrm>
          <a:custGeom>
            <a:avLst/>
            <a:gdLst/>
            <a:ahLst/>
            <a:cxnLst/>
            <a:rect r="r" b="b" t="t" l="l"/>
            <a:pathLst>
              <a:path h="1318425" w="818986">
                <a:moveTo>
                  <a:pt x="0" y="0"/>
                </a:moveTo>
                <a:lnTo>
                  <a:pt x="818985" y="0"/>
                </a:lnTo>
                <a:lnTo>
                  <a:pt x="818985" y="1318425"/>
                </a:lnTo>
                <a:lnTo>
                  <a:pt x="0" y="1318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99999" y="-135584"/>
            <a:ext cx="5292001" cy="7831168"/>
            <a:chOff x="0" y="0"/>
            <a:chExt cx="7056001" cy="10441557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32937" t="0" r="32937" b="0"/>
            <a:stretch>
              <a:fillRect/>
            </a:stretch>
          </p:blipFill>
          <p:spPr>
            <a:xfrm flipH="false" flipV="false">
              <a:off x="0" y="0"/>
              <a:ext cx="7056001" cy="10441557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0">
            <a:off x="5399999" y="5657460"/>
            <a:ext cx="439921" cy="1261089"/>
          </a:xfrm>
          <a:custGeom>
            <a:avLst/>
            <a:gdLst/>
            <a:ahLst/>
            <a:cxnLst/>
            <a:rect r="r" b="b" t="t" l="l"/>
            <a:pathLst>
              <a:path h="1261089" w="439921">
                <a:moveTo>
                  <a:pt x="0" y="0"/>
                </a:moveTo>
                <a:lnTo>
                  <a:pt x="439922" y="0"/>
                </a:lnTo>
                <a:lnTo>
                  <a:pt x="439922" y="1261089"/>
                </a:lnTo>
                <a:lnTo>
                  <a:pt x="0" y="1261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7144" t="0" r="-2381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08697" y="3201550"/>
            <a:ext cx="1182605" cy="1123474"/>
          </a:xfrm>
          <a:custGeom>
            <a:avLst/>
            <a:gdLst/>
            <a:ahLst/>
            <a:cxnLst/>
            <a:rect r="r" b="b" t="t" l="l"/>
            <a:pathLst>
              <a:path h="1123474" w="1182605">
                <a:moveTo>
                  <a:pt x="0" y="0"/>
                </a:moveTo>
                <a:lnTo>
                  <a:pt x="1182605" y="0"/>
                </a:lnTo>
                <a:lnTo>
                  <a:pt x="1182605" y="1123474"/>
                </a:lnTo>
                <a:lnTo>
                  <a:pt x="0" y="11234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897909" y="2227239"/>
            <a:ext cx="2896181" cy="1059350"/>
          </a:xfrm>
          <a:custGeom>
            <a:avLst/>
            <a:gdLst/>
            <a:ahLst/>
            <a:cxnLst/>
            <a:rect r="r" b="b" t="t" l="l"/>
            <a:pathLst>
              <a:path h="1059350" w="2896181">
                <a:moveTo>
                  <a:pt x="0" y="0"/>
                </a:moveTo>
                <a:lnTo>
                  <a:pt x="2896182" y="0"/>
                </a:lnTo>
                <a:lnTo>
                  <a:pt x="2896182" y="1059351"/>
                </a:lnTo>
                <a:lnTo>
                  <a:pt x="0" y="10593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791" r="0" b="-1364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3986608" y="4098187"/>
            <a:ext cx="2718785" cy="1651478"/>
          </a:xfrm>
          <a:custGeom>
            <a:avLst/>
            <a:gdLst/>
            <a:ahLst/>
            <a:cxnLst/>
            <a:rect r="r" b="b" t="t" l="l"/>
            <a:pathLst>
              <a:path h="1651478" w="2718785">
                <a:moveTo>
                  <a:pt x="0" y="0"/>
                </a:moveTo>
                <a:lnTo>
                  <a:pt x="2718784" y="0"/>
                </a:lnTo>
                <a:lnTo>
                  <a:pt x="2718784" y="1651479"/>
                </a:lnTo>
                <a:lnTo>
                  <a:pt x="0" y="16514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4235" r="0" b="-4039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03682" y="6006796"/>
            <a:ext cx="952073" cy="1067263"/>
          </a:xfrm>
          <a:custGeom>
            <a:avLst/>
            <a:gdLst/>
            <a:ahLst/>
            <a:cxnLst/>
            <a:rect r="r" b="b" t="t" l="l"/>
            <a:pathLst>
              <a:path h="1067263" w="952073">
                <a:moveTo>
                  <a:pt x="0" y="0"/>
                </a:moveTo>
                <a:lnTo>
                  <a:pt x="952073" y="0"/>
                </a:lnTo>
                <a:lnTo>
                  <a:pt x="952073" y="1067263"/>
                </a:lnTo>
                <a:lnTo>
                  <a:pt x="0" y="10672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598407" y="2985312"/>
            <a:ext cx="801592" cy="1590461"/>
          </a:xfrm>
          <a:custGeom>
            <a:avLst/>
            <a:gdLst/>
            <a:ahLst/>
            <a:cxnLst/>
            <a:rect r="r" b="b" t="t" l="l"/>
            <a:pathLst>
              <a:path h="1590461" w="801592">
                <a:moveTo>
                  <a:pt x="0" y="0"/>
                </a:moveTo>
                <a:lnTo>
                  <a:pt x="801592" y="0"/>
                </a:lnTo>
                <a:lnTo>
                  <a:pt x="801592" y="1590461"/>
                </a:lnTo>
                <a:lnTo>
                  <a:pt x="0" y="15904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99999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98384" y="5279455"/>
            <a:ext cx="1736385" cy="2795278"/>
          </a:xfrm>
          <a:custGeom>
            <a:avLst/>
            <a:gdLst/>
            <a:ahLst/>
            <a:cxnLst/>
            <a:rect r="r" b="b" t="t" l="l"/>
            <a:pathLst>
              <a:path h="2795278" w="1736385">
                <a:moveTo>
                  <a:pt x="0" y="0"/>
                </a:moveTo>
                <a:lnTo>
                  <a:pt x="1736385" y="0"/>
                </a:lnTo>
                <a:lnTo>
                  <a:pt x="1736385" y="2795279"/>
                </a:lnTo>
                <a:lnTo>
                  <a:pt x="0" y="2795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584469" y="-198563"/>
            <a:ext cx="2657435" cy="2188498"/>
            <a:chOff x="0" y="0"/>
            <a:chExt cx="952365" cy="7843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2365" cy="784308"/>
            </a:xfrm>
            <a:custGeom>
              <a:avLst/>
              <a:gdLst/>
              <a:ahLst/>
              <a:cxnLst/>
              <a:rect r="r" b="b" t="t" l="l"/>
              <a:pathLst>
                <a:path h="784308" w="952365">
                  <a:moveTo>
                    <a:pt x="0" y="0"/>
                  </a:moveTo>
                  <a:lnTo>
                    <a:pt x="952365" y="0"/>
                  </a:lnTo>
                  <a:lnTo>
                    <a:pt x="952365" y="784308"/>
                  </a:lnTo>
                  <a:lnTo>
                    <a:pt x="0" y="784308"/>
                  </a:lnTo>
                  <a:close/>
                </a:path>
              </a:pathLst>
            </a:custGeom>
            <a:solidFill>
              <a:srgbClr val="000000">
                <a:alpha val="87843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52365" cy="812883"/>
            </a:xfrm>
            <a:prstGeom prst="rect">
              <a:avLst/>
            </a:prstGeom>
          </p:spPr>
          <p:txBody>
            <a:bodyPr anchor="ctr" rtlCol="false" tIns="49412" lIns="49412" bIns="49412" rIns="49412"/>
            <a:lstStyle/>
            <a:p>
              <a:pPr algn="ctr">
                <a:lnSpc>
                  <a:spcPts val="192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41508" y="6130169"/>
            <a:ext cx="3181979" cy="2188498"/>
            <a:chOff x="0" y="0"/>
            <a:chExt cx="1140349" cy="7843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0349" cy="784308"/>
            </a:xfrm>
            <a:custGeom>
              <a:avLst/>
              <a:gdLst/>
              <a:ahLst/>
              <a:cxnLst/>
              <a:rect r="r" b="b" t="t" l="l"/>
              <a:pathLst>
                <a:path h="784308" w="1140349">
                  <a:moveTo>
                    <a:pt x="0" y="0"/>
                  </a:moveTo>
                  <a:lnTo>
                    <a:pt x="1140349" y="0"/>
                  </a:lnTo>
                  <a:lnTo>
                    <a:pt x="1140349" y="784308"/>
                  </a:lnTo>
                  <a:lnTo>
                    <a:pt x="0" y="784308"/>
                  </a:lnTo>
                  <a:close/>
                </a:path>
              </a:pathLst>
            </a:custGeom>
            <a:solidFill>
              <a:srgbClr val="000000">
                <a:alpha val="87843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140349" cy="812883"/>
            </a:xfrm>
            <a:prstGeom prst="rect">
              <a:avLst/>
            </a:prstGeom>
          </p:spPr>
          <p:txBody>
            <a:bodyPr anchor="ctr" rtlCol="false" tIns="49412" lIns="49412" bIns="49412" rIns="49412"/>
            <a:lstStyle/>
            <a:p>
              <a:pPr algn="ctr">
                <a:lnSpc>
                  <a:spcPts val="1927"/>
                </a:lnSpc>
              </a:pP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0530" y="1782878"/>
            <a:ext cx="3426599" cy="3426599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601006" y="1137177"/>
            <a:ext cx="2385648" cy="72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b="true" sz="2345" spc="34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MANUALS/ REPORTS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06450" y="1108602"/>
            <a:ext cx="2013472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173" spc="32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DINO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95176" y="657088"/>
            <a:ext cx="2436021" cy="42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3"/>
              </a:lnSpc>
            </a:pPr>
            <a:r>
              <a:rPr lang="en-US" b="true" sz="2473" spc="36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41508" y="6576914"/>
            <a:ext cx="3181979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173" spc="32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PROGRAMMING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22157" y="6968226"/>
            <a:ext cx="3181979" cy="36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3"/>
              </a:lnSpc>
            </a:pPr>
            <a:r>
              <a:rPr lang="en-US" b="true" sz="2173" spc="32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2025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163419" y="2602613"/>
            <a:ext cx="3538158" cy="2489815"/>
          </a:xfrm>
          <a:custGeom>
            <a:avLst/>
            <a:gdLst/>
            <a:ahLst/>
            <a:cxnLst/>
            <a:rect r="r" b="b" t="t" l="l"/>
            <a:pathLst>
              <a:path h="2489815" w="3538158">
                <a:moveTo>
                  <a:pt x="0" y="0"/>
                </a:moveTo>
                <a:lnTo>
                  <a:pt x="3538157" y="0"/>
                </a:lnTo>
                <a:lnTo>
                  <a:pt x="3538157" y="2489815"/>
                </a:lnTo>
                <a:lnTo>
                  <a:pt x="0" y="24898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DAG2otzEZQE</dc:identifier>
  <dcterms:modified xsi:type="dcterms:W3CDTF">2011-08-01T06:04:30Z</dcterms:modified>
  <cp:revision>1</cp:revision>
  <dc:title>Folleto Tríptico Mueblería - Dino v4.2.3</dc:title>
</cp:coreProperties>
</file>